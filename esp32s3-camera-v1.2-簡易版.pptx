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top.png"/>
          <p:cNvPicPr>
            <a:picLocks noChangeAspect="1"/>
          </p:cNvPicPr>
          <p:nvPr/>
        </p:nvPicPr>
        <p:blipFill>
          <a:blip r:embed="rId2"/>
          <a:srcRect l="19541" r="19541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28800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一塊自己設計的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小相機板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手掌大小、可以裝電池、拍完存進記憶卡。這份簡報用最少的專業名詞，說明它是什麼、要買什麼、怎麼組起來。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第 1.2 版 · 2026 年 9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它能做什麼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拍照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板上插一顆小鏡頭，按一下快門鍵就拍。</a:t>
            </a:r>
          </a:p>
        </p:txBody>
      </p:sp>
      <p:sp>
        <p:nvSpPr>
          <p:cNvPr id="7" name="Oval 6"/>
          <p:cNvSpPr/>
          <p:nvPr/>
        </p:nvSpPr>
        <p:spPr>
          <a:xfrm>
            <a:off x="3794760" y="160020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存進記憶卡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照片存在 microSD 卡裡，拔下來就能在電腦上看。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79"/>
            <a:ext cx="457200" cy="45720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08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用電池跑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2044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裝一顆手機那種鋰電池，插 USB 就能充電。</a:t>
            </a:r>
          </a:p>
        </p:txBody>
      </p:sp>
      <p:sp>
        <p:nvSpPr>
          <p:cNvPr id="15" name="Oval 14"/>
          <p:cNvSpPr/>
          <p:nvPr/>
        </p:nvSpPr>
        <p:spPr>
          <a:xfrm>
            <a:off x="3794760" y="3154679"/>
            <a:ext cx="457200" cy="45720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94760" y="3154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08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有開關和指示燈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2044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撥開關開機，藍燈亮表示有電；充電時紅燈亮。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09159"/>
            <a:ext cx="457200" cy="45720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470915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63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可以加小螢幕（選配）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外接一片 1.3 吋螢幕，拍之前先看畫面。</a:t>
            </a:r>
          </a:p>
        </p:txBody>
      </p:sp>
      <p:sp>
        <p:nvSpPr>
          <p:cNvPr id="23" name="Oval 22"/>
          <p:cNvSpPr/>
          <p:nvPr/>
        </p:nvSpPr>
        <p:spPr>
          <a:xfrm>
            <a:off x="3794760" y="4709159"/>
            <a:ext cx="457200" cy="45720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94760" y="470915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63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Wi-Fi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板上的晶片本身有 Wi-Fi，照片也能傳到手機或電腦。</a:t>
            </a:r>
          </a:p>
        </p:txBody>
      </p:sp>
      <p:pic>
        <p:nvPicPr>
          <p:cNvPr id="27" name="Picture 26" descr="assembled-iso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40625"/>
            <a:ext cx="4572000" cy="31024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40880" y="5029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板子右上角是電源開關，旁邊小顆的是藍色電源燈，下面是 USB-C 充電孔。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正面長這樣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鏡頭朝這一面，四個角有螺絲孔可以鎖進外殼。</a:t>
            </a:r>
          </a:p>
        </p:txBody>
      </p:sp>
      <p:pic>
        <p:nvPicPr>
          <p:cNvPr id="4" name="Picture 3" descr="assembled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949" y="1600200"/>
            <a:ext cx="3685621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1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鏡頭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小小一顆黑色方塊，跟手機鏡頭差不多大。用一條軟排線接到板子，可以翻折貼平。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286000"/>
            <a:ext cx="2128357" cy="619963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三顆按鍵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上面兩顆是開發用的，最下面那顆是快門。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749039"/>
            <a:ext cx="1280800" cy="42977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1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主晶片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銀色方塊是整塊板子的大腦，內建 Wi-Fi，底下黑色區域是天線，不能被金屬遮住。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0" y="5120640"/>
            <a:ext cx="2607411" cy="117043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68512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電源開關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往上撥關機、往下撥開機，板上印了 ON / OFF。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665323" y="2286000"/>
            <a:ext cx="838597" cy="106984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68512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USB-C 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跟現在的手機一樣的接頭，用來充電和把程式燒進去。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7775874" y="3045866"/>
            <a:ext cx="728046" cy="703173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68512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擴充排針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右邊兩排金色小孔，接選配的小螢幕就是從這裡拉線。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665323" y="4491532"/>
            <a:ext cx="838597" cy="629108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背面長這樣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電池貼在背面中間，螢幕再疊在電池上。這一面是使用的時候朝著自己的那一面。</a:t>
            </a:r>
          </a:p>
        </p:txBody>
      </p:sp>
      <p:pic>
        <p:nvPicPr>
          <p:cNvPr id="4" name="Picture 3" descr="assembled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949" y="1600200"/>
            <a:ext cx="3685621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1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小螢幕（選配）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1.3 吋正方形螢幕，蓋在電池上面，用七條細線接到旁邊的排針。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286000"/>
            <a:ext cx="2423160" cy="1645920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電池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白色長方形是鋰電池，黃色那端是保護板。用雙面泡棉膠貼住。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749039"/>
            <a:ext cx="2423160" cy="1488644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1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電池插座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小小的白色兩腳插座，電池線插這裡。插之前要先確認正負極。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0" y="5120640"/>
            <a:ext cx="3528669" cy="70408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68512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記憶卡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microSD 卡從左邊板邊插進去，推到「喀」一聲。再推一下會退出。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665323" y="2286000"/>
            <a:ext cx="838597" cy="1739188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68512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充電晶片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上面左邊那一排小零件負責幫電池充電，充電中會微溫是正常的。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5417454" y="2159812"/>
            <a:ext cx="3086466" cy="1589227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68512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天線區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最下面深色那一條下面是 Wi-Fi 天線，外殼這裡不要用金屬。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665323" y="5120640"/>
            <a:ext cx="838597" cy="769924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工廠做一半，我們做一半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60020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工廠負責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把設計圖做成 4 層的電路板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 58 顆小零件焊上去（最小的比米粒還小，人手焊不了）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焊好寄回來，收到就是一塊完整的板子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選「含插件」方案的話，電池插座和排針也會一起焊好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工廠：JLCPCB，中國深圳的線上電路板廠，上傳檔案線上下單。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我們自己負責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另外買鏡頭、電池、記憶卡、USB 線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把鏡頭的排線插上、電池貼上、記憶卡插入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把程式燒進板子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想要螢幕的話，接七條線裝上去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找一個外殼，或 3D 列印一個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2120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全部不需要焊接，除非選了「只焊小零件」的便宜方案，那三顆插座要自己焊。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要另外買的東西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板子本身不含這些。前四項是必要的，後面是選配。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60" y="1819656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1728216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鏡頭模組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2821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OV2640，跟 ESP32-CAM 用的同一種。排線很脆弱，多買一條備用。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72821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約 NT$110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86584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鋰電池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3.7V、約 600 mAh、帶保護板、白色小插頭（JST PH 2.0）。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4231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約 NT$100–200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81528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22960" y="3209544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71600" y="311810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記憶卡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118104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microSD 8–32 GB，一般的就好。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11810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手邊有就用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76472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2960" y="3904487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71600" y="381304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USB-C 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1304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要能傳資料的，不能是只能充電的線。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81304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手邊有就用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71416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2960" y="4599431"/>
            <a:ext cx="365760" cy="36576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71600" y="4507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小螢幕（選配）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5079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1.3 吋 IPS 240×240，ST7789，7 針焊接式。加 7 條母對母杜邦線。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50799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約 NT$150–220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66359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22960" y="5294375"/>
            <a:ext cx="365760" cy="36576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71600" y="5202936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螺絲、泡棉膠、外殼（選配）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20293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M2 螺絲和銅柱 4 組、2 mm 厚雙面泡棉膠、自製或 3D 列印外殼。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5202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看外殼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價格是 2026 年 9 月在台灣網購看到的大約數字。詳細店家連結在專案的採購清單裡。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組裝只有三步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loseup-camera-module.png"/>
          <p:cNvPicPr>
            <a:picLocks noChangeAspect="1"/>
          </p:cNvPicPr>
          <p:nvPr/>
        </p:nvPicPr>
        <p:blipFill>
          <a:blip r:embed="rId2"/>
          <a:srcRect l="6554" r="6554"/>
          <a:stretch>
            <a:fillRect/>
          </a:stretch>
        </p:blipFill>
        <p:spPr>
          <a:xfrm>
            <a:off x="777240" y="1600200"/>
            <a:ext cx="3291840" cy="23774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插鏡頭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排線金屬面朝下插進板子上緣的黑色小座，出來一點就往回折 180°，讓鏡頭躺回板面。底下墊一小塊泡棉膠。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ssembled-iso-bottom.png"/>
          <p:cNvPicPr>
            <a:picLocks noChangeAspect="1"/>
          </p:cNvPicPr>
          <p:nvPr/>
        </p:nvPicPr>
        <p:blipFill>
          <a:blip r:embed="rId3"/>
          <a:srcRect l="3022" r="3022"/>
          <a:stretch>
            <a:fillRect/>
          </a:stretch>
        </p:blipFill>
        <p:spPr>
          <a:xfrm>
            <a:off x="4480560" y="1600200"/>
            <a:ext cx="3291840" cy="23774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貼電池、插記憶卡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7548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電池用泡棉膠貼在背面中間，插頭插進白色小座。插之前先確認紅線對到有 L 形記號那一邊。記憶卡從左邊推進去。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loseup-power.png"/>
          <p:cNvPicPr>
            <a:picLocks noChangeAspect="1"/>
          </p:cNvPicPr>
          <p:nvPr/>
        </p:nvPicPr>
        <p:blipFill>
          <a:blip r:embed="rId4"/>
          <a:srcRect l="6554" r="6554"/>
          <a:stretch>
            <a:fillRect/>
          </a:stretch>
        </p:blipFill>
        <p:spPr>
          <a:xfrm>
            <a:off x="8183880" y="1600200"/>
            <a:ext cx="3291840" cy="23774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 USB、撥開關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7548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接上 USB-C 線，把開關往下撥，藍燈亮就是開機了。第一次先不要接電池，確認燈會亮再說。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三件要注意的事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2801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600200" y="173736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電池正負極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488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電池插頭的紅黑線沒有統一規範，插之前一定要對一下：紅線要對到板上有 L 形記號的那一腳。插反會燒壞。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12801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14400" y="3383279"/>
            <a:ext cx="457200" cy="45720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600200" y="329184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排線很脆弱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0332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鏡頭那條軟排線折幾次就會斷，只在需要的地方折一次，其他時間不要拉扯。多買一條備用。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12801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14400" y="4937759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00200" y="4846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天線那一區不要壓金屬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5780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板子最下面深色那一條是 Wi-Fi 天線。外殼那一段用塑膠，電池不要貼到那裡，不然訊號會變差。</a:t>
            </a:r>
          </a:p>
        </p:txBody>
      </p:sp>
      <p:pic>
        <p:nvPicPr>
          <p:cNvPr id="18" name="Picture 17" descr="closeup-j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65910"/>
            <a:ext cx="3931920" cy="28117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80960" y="443484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電池插座的特寫。左上角有 L 形白色印記的那一腳是正極，紅線要對到這裡。</a:t>
            </a:r>
          </a:p>
        </p:txBody>
      </p:sp>
      <p:pic>
        <p:nvPicPr>
          <p:cNvPr id="20" name="Picture 19" descr="closeup-camera-mo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955" y="5029200"/>
            <a:ext cx="2039929" cy="1280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bottom.png"/>
          <p:cNvPicPr>
            <a:picLocks noChangeAspect="1"/>
          </p:cNvPicPr>
          <p:nvPr/>
        </p:nvPicPr>
        <p:blipFill>
          <a:blip r:embed="rId2"/>
          <a:srcRect l="21952" r="2195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0" y="12801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接下來會發生什麼</a:t>
            </a:r>
          </a:p>
        </p:txBody>
      </p:sp>
      <p:sp>
        <p:nvSpPr>
          <p:cNvPr id="4" name="Oval 3"/>
          <p:cNvSpPr/>
          <p:nvPr/>
        </p:nvSpPr>
        <p:spPr>
          <a:xfrm>
            <a:off x="6217920" y="240487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0" y="24048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76148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把檔案上傳給工廠，選好數量與方案。約 1–2 天內工廠回信確認。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336499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0" y="336499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337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2160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製作加運送大約兩到三週。這段時間把鏡頭、電池、記憶卡買齊。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432511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0" y="43251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297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組裝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68172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照前面三步組起來，接 USB 看藍燈亮。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528523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0" y="528523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257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拍第一張照片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64184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燒入程式，用手機連上板子的 Wi-Fi 看畫面，按快門。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