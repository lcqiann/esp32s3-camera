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mbled-iso-top.png"/>
          <p:cNvPicPr>
            <a:picLocks noChangeAspect="1"/>
          </p:cNvPicPr>
          <p:nvPr/>
        </p:nvPicPr>
        <p:blipFill>
          <a:blip r:embed="rId3"/>
          <a:srcRect l="19541" r="1954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828800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一塊自己設計的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小相機板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手掌大小、可以裝電池、拍完存進記憶卡，還有一個 3D 列印的相機外殼。這份簡報用最少的專業名詞，說明它是什麼、要買什麼、怎麼組起來。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第 1.4 版 · 2026 年 9 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它能做什麼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5544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拍照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6596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板上插一顆小鏡頭，按一下頂邊的快門就拍。</a:t>
            </a:r>
          </a:p>
        </p:txBody>
      </p:sp>
      <p:sp>
        <p:nvSpPr>
          <p:cNvPr id="7" name="Oval 6"/>
          <p:cNvSpPr/>
          <p:nvPr/>
        </p:nvSpPr>
        <p:spPr>
          <a:xfrm>
            <a:off x="3794760" y="1600200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94760" y="1600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5544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存進記憶卡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6596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照片存在 microSD 卡裡，拔下來就能在電腦上看。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54679"/>
            <a:ext cx="457200" cy="457200"/>
          </a:xfrm>
          <a:prstGeom prst="ellipse">
            <a:avLst/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154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用電池跑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2044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裝一顆手機那種鋰電池，插 USB 就能充電。</a:t>
            </a:r>
          </a:p>
        </p:txBody>
      </p:sp>
      <p:sp>
        <p:nvSpPr>
          <p:cNvPr id="15" name="Oval 14"/>
          <p:cNvSpPr/>
          <p:nvPr/>
        </p:nvSpPr>
        <p:spPr>
          <a:xfrm>
            <a:off x="3794760" y="3154679"/>
            <a:ext cx="457200" cy="457200"/>
          </a:xfrm>
          <a:prstGeom prst="ellipse">
            <a:avLst/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94760" y="3154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08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有開關和指示燈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52044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撥開關開機，藍燈亮表示有電；充電時紅燈亮。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09159"/>
            <a:ext cx="457200" cy="45720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47091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63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有小螢幕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07492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背面有一片 1.3 吋螢幕，用七條現成的線接到板子，拍之前先看畫面。</a:t>
            </a:r>
          </a:p>
        </p:txBody>
      </p:sp>
      <p:sp>
        <p:nvSpPr>
          <p:cNvPr id="23" name="Oval 22"/>
          <p:cNvSpPr/>
          <p:nvPr/>
        </p:nvSpPr>
        <p:spPr>
          <a:xfrm>
            <a:off x="3794760" y="4709159"/>
            <a:ext cx="457200" cy="45720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94760" y="47091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663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Wi-Fi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07492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板上的晶片本身有 Wi-Fi，照片也能傳到手機或電腦。</a:t>
            </a:r>
          </a:p>
        </p:txBody>
      </p:sp>
      <p:pic>
        <p:nvPicPr>
          <p:cNvPr id="27" name="Picture 26" descr="assembled-iso-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740625"/>
            <a:ext cx="4572000" cy="281900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板子右上角：頂邊那顆是快門，旁邊是電源開關和藍色電源燈，下面是 USB-C 充電孔。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正面長這樣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鏡頭朝這一面。快門在板子頂邊，四個角有螺絲孔鎖進外殼。</a:t>
            </a:r>
          </a:p>
        </p:txBody>
      </p:sp>
      <p:pic>
        <p:nvPicPr>
          <p:cNvPr id="4" name="Picture 3" descr="assemble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949" y="1600200"/>
            <a:ext cx="3685621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73736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1" y="184708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鏡頭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4028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小小一顆黑色方塊，跟手機鏡頭差不多大。用一條軟排線接到板子，可以翻折貼平。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286000"/>
            <a:ext cx="2128357" cy="619963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3200400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3017520" cy="109728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1" y="331012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兩顆小鍵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03320"/>
            <a:ext cx="2688336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這兩顆是開發用的，平常不用碰；快門不在這裡。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749039"/>
            <a:ext cx="1280800" cy="42977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2628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0080" y="452628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1" y="463600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主晶片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2920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銀色方塊是整塊板子的大腦，內建 Wi-Fi，底下黑色區域是天線，不能被金屬遮住。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0" y="5120640"/>
            <a:ext cx="2607411" cy="117043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03920" y="173736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503920" y="173736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68512" y="184708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快門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8512" y="224028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板子頂邊右側一顆側面按的小開關，裝進外殼後從頂邊按，就像真的相機。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23760" y="1810512"/>
            <a:ext cx="1280160" cy="429768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503920" y="3200400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503920" y="3200400"/>
            <a:ext cx="3017520" cy="109728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68512" y="331012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電源開關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8512" y="3703320"/>
            <a:ext cx="2688336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右邊板邊的小撥桿，往上撥關機、往下撥開機，板上印了 ON / OFF。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99248" y="2331720"/>
            <a:ext cx="804672" cy="1417319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503920" y="452628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503920" y="452628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68512" y="463600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USB-C 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8512" y="502920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跟現在的手機一樣的接頭，用來充電和把程式燒進去。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26679" y="3063240"/>
            <a:ext cx="777240" cy="2057399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背面長這樣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電池貼在背面中間，螢幕用七條杜邦線接到右邊的插座、鎖在殼上，蓋在電池上方。這一面是使用的時候朝著自己的那一面。</a:t>
            </a:r>
          </a:p>
        </p:txBody>
      </p:sp>
      <p:pic>
        <p:nvPicPr>
          <p:cNvPr id="4" name="Picture 3" descr="assembled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949" y="1600200"/>
            <a:ext cx="3685621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73736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1" y="184708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小螢幕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24028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1.3 吋正方形螢幕，用七條現成的杜邦線接到板子右邊那排插座，不用焊。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286000"/>
            <a:ext cx="2423160" cy="1645920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3200400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3017520" cy="109728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1" y="331012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電池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03320"/>
            <a:ext cx="2688336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白色長方形是鋰電池，黃色那端是保護板。用雙面泡棉膠貼住。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749039"/>
            <a:ext cx="2423160" cy="1488644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452628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0080" y="452628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146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1" y="463600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1467F"/>
                </a:solidFill>
                <a:latin typeface="Microsoft JhengHei"/>
                <a:ea typeface="Microsoft JhengHei"/>
                <a:cs typeface="Microsoft JhengHei"/>
              </a:rPr>
              <a:t>電池插座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2920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小小的白色兩腳插座，電池線插這裡。插之前要先確認正負極。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0" y="5120640"/>
            <a:ext cx="3528669" cy="70408"/>
          </a:xfrm>
          <a:prstGeom prst="line">
            <a:avLst/>
          </a:prstGeom>
          <a:ln w="19050">
            <a:solidFill>
              <a:srgbClr val="D146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03920" y="173736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503920" y="173736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68512" y="184708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記憶卡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8512" y="224028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microSD 卡從左邊板邊插進去，推到「喀」一聲。再推一下會退出。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665323" y="2286000"/>
            <a:ext cx="838597" cy="1739188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503920" y="3200400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503920" y="3200400"/>
            <a:ext cx="3017520" cy="109728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68512" y="331012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充電晶片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8512" y="3703320"/>
            <a:ext cx="2688336" cy="502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上面左邊那一排小零件負責幫電池充電，充電中會微溫是正常的。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5417454" y="2159812"/>
            <a:ext cx="3086466" cy="1589227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503920" y="4526280"/>
            <a:ext cx="3017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503920" y="4526280"/>
            <a:ext cx="301752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23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68512" y="4636008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D6B6B"/>
                </a:solidFill>
                <a:latin typeface="Microsoft JhengHei"/>
                <a:ea typeface="Microsoft JhengHei"/>
                <a:cs typeface="Microsoft JhengHei"/>
              </a:rPr>
              <a:t>天線區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8512" y="5029200"/>
            <a:ext cx="26883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最下面深色那一條下面是 Wi-Fi 天線，外殼這裡不要用金屬。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665323" y="5120640"/>
            <a:ext cx="838597" cy="769924"/>
          </a:xfrm>
          <a:prstGeom prst="line">
            <a:avLst/>
          </a:prstGeom>
          <a:ln w="19050">
            <a:solidFill>
              <a:srgbClr val="23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工廠做一半，我們做一半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14400" y="1828800"/>
            <a:ext cx="502920" cy="50292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60020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工廠負責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8463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把設計圖做成 4 層的電路板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把 58 顆小零件焊上去（最小的比米粒還小，人手焊不了）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焊好寄回來，收到就是一塊完整的板子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選「含插件」方案的話，電池插座和螢幕插座也會一起焊好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工廠：JLCPCB，中國深圳的線上電路板廠，上傳檔案線上下單。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92240" y="1828800"/>
            <a:ext cx="502920" cy="50292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7804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我們自己負責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48463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另外買鏡頭、螢幕、杜邦線、電池、記憶卡、USB 線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把鏡頭的排線插上、螢幕用杜邦線接上、電池貼上、記憶卡插入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把程式燒進板子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3D 列印外殼三件（設計圖已經畫好），鎖螺絲</a:t>
            </a:r>
          </a:p>
          <a:p>
            <a:pPr algn="l" marL="256032" indent="-256032">
              <a:lnSpc>
                <a:spcPct val="130000"/>
              </a:lnSpc>
              <a:spcAft>
                <a:spcPts val="1200"/>
              </a:spcAft>
              <a:buClr>
                <a:srgbClr val="1B2420"/>
              </a:buClr>
              <a:buChar char="•"/>
            </a:pPr>
            <a:r>
              <a:rPr sz="1500" b="0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想改東西可以再改，所有檔案都在專案裡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2120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全部不需要焊接，除非選了「只焊小零件」的便宜方案，那兩顆插座要自己焊。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要另外買的東西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板子本身不含這些。前五項是必要的，最後一項是外殼相關。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60" y="1819656"/>
            <a:ext cx="365760" cy="36576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371600" y="172821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鏡頭模組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728216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OV2640，跟 ESP32-CAM 用的同一種。排線很脆弱，多買一條備用。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172821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約 NT$110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86584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0" y="24231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鋰電池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4231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3.7V、約 600 mAh、帶保護板、白色小插頭（JST PH 2.0）。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42316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約 NT$100–200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81528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22960" y="3209544"/>
            <a:ext cx="365760" cy="36576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71600" y="3118104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記憶卡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18104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microSD 8–32 GB，一般的就好。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118104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手邊有就用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76472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2960" y="3904487"/>
            <a:ext cx="365760" cy="36576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71600" y="3813048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USB-C 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13048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要能傳資料的，不能是只能充電的線。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813048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手邊有就用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71416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2960" y="4599431"/>
            <a:ext cx="365760" cy="365760"/>
          </a:xfrm>
          <a:prstGeom prst="ellipse">
            <a:avLst/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371600" y="450799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小螢幕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5079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1.3 吋 IPS 240×240，ST7789，7 針直排針已焊好那種。另外買 7 條公對母的杜邦線接到板子，不用焊。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0799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約 NT$150–220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66359"/>
            <a:ext cx="10972800" cy="621792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2960" y="5294375"/>
            <a:ext cx="365760" cy="365760"/>
          </a:xfrm>
          <a:prstGeom prst="ellipse">
            <a:avLst/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71600" y="520293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螺絲、泡棉膠、外殼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02936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M2 × 35 螺絲 4 支（殼）、M2 × 4 螺絲 4 支（螢幕）、2 mm 厚雙面泡棉膠、3D 列印外殼三件（前殼、後殼、快門帽）。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202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外殼自己印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價格是 2026 年 9 月在台灣網購看到的大約數字。詳細店家連結在專案的採購清單裡。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組裝只有三步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closeup-camera-module.png"/>
          <p:cNvPicPr>
            <a:picLocks noChangeAspect="1"/>
          </p:cNvPicPr>
          <p:nvPr/>
        </p:nvPicPr>
        <p:blipFill>
          <a:blip r:embed="rId2"/>
          <a:srcRect l="6554" r="6554"/>
          <a:stretch>
            <a:fillRect/>
          </a:stretch>
        </p:blipFill>
        <p:spPr>
          <a:xfrm>
            <a:off x="777240" y="1600200"/>
            <a:ext cx="3291840" cy="23774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68680" y="4160520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1605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插鏡頭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排線金屬面朝下插進板子上緣的黑色小座，出來一點就往回折 180°，讓鏡頭躺回板面。底下墊一小塊泡棉膠。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assembled-iso-bottom.png"/>
          <p:cNvPicPr>
            <a:picLocks noChangeAspect="1"/>
          </p:cNvPicPr>
          <p:nvPr/>
        </p:nvPicPr>
        <p:blipFill>
          <a:blip r:embed="rId5"/>
          <a:srcRect l="3022" r="3022"/>
          <a:stretch>
            <a:fillRect/>
          </a:stretch>
        </p:blipFill>
        <p:spPr>
          <a:xfrm>
            <a:off x="4480560" y="1600200"/>
            <a:ext cx="3291840" cy="23774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572000" y="4160520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41605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貼電池、接螢幕、插記憶卡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75488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電池用泡棉膠貼在背面中間，插頭插進白色小座，插之前先確認紅線對到有 L 形記號那一邊。螢幕用七條杜邦線接到右邊那排插座，同名對同名（GND 對 GND）。記憶卡從左邊推進去。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46304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loseup-power.png"/>
          <p:cNvPicPr>
            <a:picLocks noChangeAspect="1"/>
          </p:cNvPicPr>
          <p:nvPr/>
        </p:nvPicPr>
        <p:blipFill>
          <a:blip r:embed="rId4"/>
          <a:srcRect l="6554" r="6554"/>
          <a:stretch>
            <a:fillRect/>
          </a:stretch>
        </p:blipFill>
        <p:spPr>
          <a:xfrm>
            <a:off x="8183880" y="1600200"/>
            <a:ext cx="3291840" cy="237744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8275320" y="4160520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7532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1605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插 USB、撥開關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75488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接上 USB-C 線，把開關往下撥，藍燈亮就是開機了。第一次先不要接電池，確認燈會亮再說。都好了再裝進外殼、鎖四支螺絲。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三件要注意的事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2801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D14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600200" y="1737360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電池正負極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4884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電池插頭的紅黑線沒有統一規範，插之前一定要對一下：紅線要對到板上有 L 形記號的那一腳。插反會燒壞。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12801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3383279"/>
            <a:ext cx="457200" cy="457200"/>
          </a:xfrm>
          <a:prstGeom prst="ellipse">
            <a:avLst/>
          </a:prstGeom>
          <a:solidFill>
            <a:srgbClr val="E0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600200" y="3291840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排線很脆弱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70332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鏡頭那條軟排線折幾次就會斷，只在需要的地方折一次，其他時間不要拉扯。多買一條備用。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63440"/>
            <a:ext cx="6766560" cy="137160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40080" y="4663440"/>
            <a:ext cx="128016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4937759"/>
            <a:ext cx="457200" cy="457200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00200" y="4846320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天線那一區不要壓金屬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257800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板子最下面深色那一條是 Wi-Fi 天線。外殼那一段用塑膠，電池不要貼到那裡，不然訊號會變差。</a:t>
            </a:r>
          </a:p>
        </p:txBody>
      </p:sp>
      <p:pic>
        <p:nvPicPr>
          <p:cNvPr id="18" name="Picture 17" descr="closeup-j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65910"/>
            <a:ext cx="3931920" cy="28117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80960" y="44348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電池插座的特寫。左上角有 L 形白色印記的那一腳是正極，紅線要對到這裡。</a:t>
            </a:r>
          </a:p>
        </p:txBody>
      </p:sp>
      <p:pic>
        <p:nvPicPr>
          <p:cNvPr id="20" name="Picture 19" descr="closeup-camera-mo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55" y="5029200"/>
            <a:ext cx="2039929" cy="12801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外殼長這樣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兩片殼夾住板子，鏡頭在正面、螢幕在背面、快門在頂邊，像一台小相機。用 3D 列印機印出來就好。</a:t>
            </a:r>
          </a:p>
        </p:txBody>
      </p:sp>
      <p:pic>
        <p:nvPicPr>
          <p:cNvPr id="4" name="Picture 3" descr="enclosure-expl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783080"/>
            <a:ext cx="5760720" cy="3595834"/>
          </a:xfrm>
          <a:prstGeom prst="rect">
            <a:avLst/>
          </a:prstGeom>
        </p:spPr>
      </p:pic>
      <p:pic>
        <p:nvPicPr>
          <p:cNvPr id="5" name="Picture 4" descr="enclosure-is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1783080"/>
            <a:ext cx="4937760" cy="30821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406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拆開看：前殼、板子、後殼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合起來：頂邊那顆就是快門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60720"/>
            <a:ext cx="3520440" cy="566928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587044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7" y="57972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三件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797296"/>
            <a:ext cx="201168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前殼、後殼、快門帽，塑膠印的，四支小螺絲從背面鎖起來。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5760720"/>
            <a:ext cx="3520440" cy="566928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587044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57972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看得到的孔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5797296"/>
            <a:ext cx="201168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正面鏡頭孔和兩個針孔，頂邊快門，右邊開關和充電孔，左邊記憶卡口，背面螢幕窗。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5760720"/>
            <a:ext cx="3520440" cy="566928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587044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57972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尺寸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5797296"/>
            <a:ext cx="201168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65 × 90 × 40 mm，差不多一張名片的長寬、四根手指的厚度。厚是因為螢幕用杜邦線接，線頭要有地方放。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裝進殼裡長這樣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把鏡頭、排線、電池、記憶卡、螢幕和接螢幕的杜邦線都放進電腦模型裡試裝過，什麼都沒有卡到。這兩張是把殼拿掉一半看裡面。</a:t>
            </a:r>
          </a:p>
        </p:txBody>
      </p:sp>
      <p:pic>
        <p:nvPicPr>
          <p:cNvPr id="4" name="Picture 3" descr="fit-front-open-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783080"/>
            <a:ext cx="5394960" cy="3365400"/>
          </a:xfrm>
          <a:prstGeom prst="rect">
            <a:avLst/>
          </a:prstGeom>
        </p:spPr>
      </p:pic>
      <p:pic>
        <p:nvPicPr>
          <p:cNvPr id="5" name="Picture 4" descr="fit-back-op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1783080"/>
            <a:ext cx="5394960" cy="3365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120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正面那片殼拿掉：橘色排線從座子出來反折、貼回板子接到鏡頭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2120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背面那片殼拿掉：紅色是接螢幕的杜邦線，螢幕鎖在殼上、蓋在電池上面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3520440" cy="6858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573328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23A3A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7" y="566013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鏡頭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660136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排線從板子上緣的座子出來折回來，鏡頭貼在板面上，離殼頂還有一點空間。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5623560"/>
            <a:ext cx="3520440" cy="6858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573328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D146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566013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螢幕和電池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5660136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螢幕用七條杜邦線接到板子右邊的插座、鎖在殼上；電池夾在板子和螢幕之間，線也走那裡。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5623560"/>
            <a:ext cx="3520440" cy="685800"/>
          </a:xfrm>
          <a:prstGeom prst="roundRect">
            <a:avLst>
              <a:gd name="adj" fmla="val 4000"/>
            </a:avLst>
          </a:prstGeom>
          <a:solidFill>
            <a:srgbClr val="EEF1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5733288"/>
            <a:ext cx="164592" cy="164592"/>
          </a:xfrm>
          <a:prstGeom prst="roundRect">
            <a:avLst>
              <a:gd name="adj" fmla="val 20000"/>
            </a:avLst>
          </a:prstGeom>
          <a:solidFill>
            <a:srgbClr val="E0A0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566013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2420"/>
                </a:solidFill>
                <a:latin typeface="Microsoft JhengHei"/>
                <a:ea typeface="Microsoft JhengHei"/>
                <a:cs typeface="Microsoft JhengHei"/>
              </a:rPr>
              <a:t>記憶卡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5660136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卡插到底還會露出一小段，剛好穿過殼側面的口，用指甲就能拔。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Consolas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625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mbled-iso-bottom.png"/>
          <p:cNvPicPr>
            <a:picLocks noChangeAspect="1"/>
          </p:cNvPicPr>
          <p:nvPr/>
        </p:nvPicPr>
        <p:blipFill>
          <a:blip r:embed="rId5"/>
          <a:srcRect l="24200" r="24200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17920" y="12801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接下來會發生什麼</a:t>
            </a:r>
          </a:p>
        </p:txBody>
      </p:sp>
      <p:sp>
        <p:nvSpPr>
          <p:cNvPr id="4" name="Oval 3"/>
          <p:cNvSpPr/>
          <p:nvPr/>
        </p:nvSpPr>
        <p:spPr>
          <a:xfrm>
            <a:off x="6217920" y="2404872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0" y="240487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76148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把檔案上傳給工廠，選好數量與方案。約 1–2 天內工廠回信確認。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3364992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0" y="336499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337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72160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製作加運送大約兩到三週。這段時間把鏡頭、螢幕、電池、記憶卡買齊，外殼三件印出來。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4325112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0" y="432511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4297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組裝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46817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照前面三步組起來，接 USB 看藍燈亮，再裝進外殼。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5285232"/>
            <a:ext cx="420624" cy="420624"/>
          </a:xfrm>
          <a:prstGeom prst="ellipse">
            <a:avLst/>
          </a:prstGeom>
          <a:solidFill>
            <a:srgbClr val="23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17920" y="528523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2578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拍第一張照片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564184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燒入程式，用手機連上板子的 Wi-Fi 看畫面，按快門。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ESP32-S3 相機板 · 簡易說明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FE3D6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